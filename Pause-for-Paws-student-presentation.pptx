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Paws uses past crossing information to identify roads where drivers should pay extra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never pretend that practice data is real. That is important for safety and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corridor pattern is more useful than saying an animal is definitely at one exact spot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safety reminder, not a promise that an animal is currently on the road.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idea helps people make better decisions while keeping the message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Ranger questions to prepare for: Is the data real? How accurate are the coordinates? Could the message distract drivers? Does it change routes? How will you prove it helps?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F6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C43"/>
                </a:solidFill>
                <a:latin typeface="Aptos Mono"/>
              </a:rPr>
              <a:t>PAUSE FOR PAWS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114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46D"/>
                </a:solidFill>
                <a:latin typeface="Apto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21E"/>
                </a:solidFill>
                <a:latin typeface="Aptos Display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" cy="0"/>
          </a:xfrm>
          <a:prstGeom prst="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Animals cross roads to find food, water, and shelter.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Vehicle collisions can hurt animals and people.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Some roads have more wildlife crossings than others.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Our goal is to help drivers slow down in those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240280"/>
            <a:ext cx="2788920" cy="2697480"/>
          </a:xfrm>
          <a:prstGeom prst="round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2560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7E4C3"/>
                </a:solidFill>
                <a:latin typeface="Aptos Mono"/>
              </a:rPr>
              <a:t>OUR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30632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Slow down.
Something is moving.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7E4C3"/>
                </a:solidFill>
                <a:latin typeface="Aptos Mono"/>
              </a:rPr>
              <a:t>Historical pattern • not a live tracker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F6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C43"/>
                </a:solidFill>
                <a:latin typeface="Aptos Mono"/>
              </a:rPr>
              <a:t>PAUSE FOR PAWS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114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46D"/>
                </a:solidFill>
                <a:latin typeface="Aptos Mon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21E"/>
                </a:solidFill>
                <a:latin typeface="Aptos Display"/>
              </a:rPr>
              <a:t>Where the information comes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" cy="0"/>
          </a:xfrm>
          <a:prstGeom prst="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A coordinate tells us where an event happened.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An event can include a date, animal type, and confidence score.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Our current data is synthetic practice data, not real Waze data.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Real data needs permission from an agency or approved partner.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240280"/>
            <a:ext cx="2788920" cy="2697480"/>
          </a:xfrm>
          <a:prstGeom prst="round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2560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7E4C3"/>
                </a:solidFill>
                <a:latin typeface="Aptos Mono"/>
              </a:rPr>
              <a:t>OUR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30632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Pause for
Paws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7E4C3"/>
                </a:solidFill>
                <a:latin typeface="Aptos Mono"/>
              </a:rPr>
              <a:t>Historical pattern • not a live tracker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F6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C43"/>
                </a:solidFill>
                <a:latin typeface="Aptos Mono"/>
              </a:rPr>
              <a:t>PAUSE FOR PAWS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114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46D"/>
                </a:solidFill>
                <a:latin typeface="Aptos Mon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21E"/>
                </a:solidFill>
                <a:latin typeface="Aptos Display"/>
              </a:rPr>
              <a:t>How the map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" cy="0"/>
          </a:xfrm>
          <a:prstGeom prst="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The map places historical events near their coordinates.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Nearby events are grouped into a longer road corridor.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Repeated events create a higher historical risk score.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The map shows patterns, not a guaranteed live animal location.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240280"/>
            <a:ext cx="2788920" cy="2697480"/>
          </a:xfrm>
          <a:prstGeom prst="round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2560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7E4C3"/>
                </a:solidFill>
                <a:latin typeface="Aptos Mono"/>
              </a:rPr>
              <a:t>OUR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30632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Pause for
Paws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7E4C3"/>
                </a:solidFill>
                <a:latin typeface="Aptos Mono"/>
              </a:rPr>
              <a:t>Historical pattern • not a live tracker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F6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C43"/>
                </a:solidFill>
                <a:latin typeface="Aptos Mono"/>
              </a:rPr>
              <a:t>PAUSE FOR PAWS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114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46D"/>
                </a:solidFill>
                <a:latin typeface="Aptos Mon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21E"/>
                </a:solidFill>
                <a:latin typeface="Aptos Display"/>
              </a:rPr>
              <a:t>The Pause for Paws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" cy="0"/>
          </a:xfrm>
          <a:prstGeom prst="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A vehicle approaches a known risk area.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The system can show: Pause for Paws.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The message says to slow down and watch both shoulders.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Historical data cannot prove an animal is there right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240280"/>
            <a:ext cx="2788920" cy="2697480"/>
          </a:xfrm>
          <a:prstGeom prst="round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2560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7E4C3"/>
                </a:solidFill>
                <a:latin typeface="Aptos Mono"/>
              </a:rPr>
              <a:t>OUR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30632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Pause for
Paws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7E4C3"/>
                </a:solidFill>
                <a:latin typeface="Aptos Mono"/>
              </a:rPr>
              <a:t>Historical pattern • not a live tracker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F6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C43"/>
                </a:solidFill>
                <a:latin typeface="Aptos Mono"/>
              </a:rPr>
              <a:t>PAUSE FOR PAWS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114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46D"/>
                </a:solidFill>
                <a:latin typeface="Aptos Mon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21E"/>
                </a:solidFill>
                <a:latin typeface="Aptos Display"/>
              </a:rPr>
              <a:t>What makes our idea useful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" cy="0"/>
          </a:xfrm>
          <a:prstGeom prst="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It combines locations with animal and seasonal information.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It turns many old reports into easy-to-understand patterns.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Agencies can use patterns to plan signs, fencing, or crossings.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A simulator lets us test before using real driver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240280"/>
            <a:ext cx="2788920" cy="2697480"/>
          </a:xfrm>
          <a:prstGeom prst="round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2560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7E4C3"/>
                </a:solidFill>
                <a:latin typeface="Aptos Mono"/>
              </a:rPr>
              <a:t>OUR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30632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Pause for
Paws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7E4C3"/>
                </a:solidFill>
                <a:latin typeface="Aptos Mono"/>
              </a:rPr>
              <a:t>Historical pattern • not a live tracker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F6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C43"/>
                </a:solidFill>
                <a:latin typeface="Aptos Mono"/>
              </a:rPr>
              <a:t>PAUSE FOR PAWS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41148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8746D"/>
                </a:solidFill>
                <a:latin typeface="Aptos Mon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7221E"/>
                </a:solidFill>
                <a:latin typeface="Aptos Display"/>
              </a:rPr>
              <a:t>Our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"/>
            <a:ext cx="1" cy="0"/>
          </a:xfrm>
          <a:prstGeom prst="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Use verified data with permission.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Test with a wildlife agency and transportation department.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Check accuracy and make sure alerts do not distract drivers.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Protect API keys and private location information.</a:t>
            </a:r>
          </a:p>
          <a:p>
            <a:pPr>
              <a:spcAft>
                <a:spcPts val="1700"/>
              </a:spcAft>
              <a:defRPr sz="2200">
                <a:solidFill>
                  <a:srgbClr val="17221E"/>
                </a:solidFill>
                <a:latin typeface="Aptos"/>
              </a:defRPr>
            </a:pPr>
            <a:r>
              <a:t>•  Get legal review before public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240280"/>
            <a:ext cx="2788920" cy="2697480"/>
          </a:xfrm>
          <a:prstGeom prst="roundRect">
            <a:avLst/>
          </a:prstGeom>
          <a:solidFill>
            <a:srgbClr val="24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2560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7E4C3"/>
                </a:solidFill>
                <a:latin typeface="Aptos Mono"/>
              </a:rPr>
              <a:t>OUR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30632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Pause for
Paws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7E4C3"/>
                </a:solidFill>
                <a:latin typeface="Aptos Mono"/>
              </a:rPr>
              <a:t>Historical pattern • not a live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